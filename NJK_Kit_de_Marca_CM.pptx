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NJK - Kit de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Guía profesional para Community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Identidad de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Valores: salud, rendimiento, confianza, educación y movimiento consciente.
Objetivo: transmitir profesionalismo, cercanía y respaldo científico.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Logo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Uso del monograma NJK.
N en azul oscuro.
JK en verde.
Aplicar siempre con buena separación y fondos limpios.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Paleta de Colores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Azul oscuro: #0A3D62
Azul medio: #2980B9
Verde principal: #27AE60
Verde claro: #2ECC71
Gris suave: #BDC3C7
Blanco: #FFFFFF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Tipografías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Títulos: Montserrat Bold
Subtítulos: Raleway SemiBold
Texto base: Open Sans Regular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Claim de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“Entrenar con ciencia, recuperar con conciencia”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Características del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• Kinesiología y entrenamiento.
• Evaluación funcional y deportiva.
• Educación sobre movimiento y salud.
• Contenido inspirador y profesional.
• Comunicación clara y cercana.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Estilo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Feed limpio, moderno y minimalista.
Uso de espacios blancos.
Fotos profesionales con iluminación natural.
Diseño enfocado en salud y rendimiento.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3D62"/>
                </a:solidFill>
                <a:latin typeface="Montserrat"/>
              </a:rPr>
              <a:t>Aplicaciones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DC3C7"/>
                </a:solidFill>
                <a:latin typeface="Open Sans"/>
              </a:rPr>
              <a:t>Instagram posts y reels.
Historias destacadas.
Formularios de Google.
Planes de entrenamiento y evaluaciones.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